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64C4E-CE5E-D242-AC59-061F4355EFA6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3B7EB-5A5A-A049-A084-B3DA76C40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3B7EB-5A5A-A049-A084-B3DA76C402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63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CDEF"/>
                </a:solidFill>
                <a:latin typeface="Aptos"/>
              </a:rPr>
              <a:t>CYBER SECURITY × AI  •  IDEATHON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3152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4F7FC"/>
                </a:solidFill>
                <a:latin typeface="Aptos"/>
              </a:rPr>
              <a:t>SCAMSHIELD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7132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 i="0">
                <a:solidFill>
                  <a:srgbClr val="9BABC3"/>
                </a:solidFill>
                <a:latin typeface="Aptos"/>
              </a:rPr>
              <a:t>Offline Scam &amp; Phishing Message Risk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7406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 i="1">
                <a:solidFill>
                  <a:srgbClr val="1FCDEF"/>
                </a:solidFill>
                <a:latin typeface="Aptos"/>
              </a:rPr>
              <a:t>“Don’t just detect the scam. Help the user understand it.”</a:t>
            </a:r>
          </a:p>
        </p:txBody>
      </p:sp>
      <p:sp>
        <p:nvSpPr>
          <p:cNvPr id="6" name="Oval 5"/>
          <p:cNvSpPr/>
          <p:nvPr/>
        </p:nvSpPr>
        <p:spPr>
          <a:xfrm>
            <a:off x="8366760" y="1078992"/>
            <a:ext cx="2331720" cy="2331720"/>
          </a:xfrm>
          <a:prstGeom prst="ellipse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14232" y="1426464"/>
            <a:ext cx="1645920" cy="1645920"/>
          </a:xfrm>
          <a:prstGeom prst="ellipse">
            <a:avLst/>
          </a:prstGeom>
          <a:solidFill>
            <a:srgbClr val="126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23376" y="1673352"/>
            <a:ext cx="1627632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4800" b="1" i="0">
                <a:solidFill>
                  <a:srgbClr val="F4F7FC"/>
                </a:solidFill>
                <a:latin typeface="Aptos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440680"/>
            <a:ext cx="150876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5468112"/>
            <a:ext cx="1417319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TEAM  LOGIC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5477256"/>
            <a:ext cx="5943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Jayesh Pandey  •  MD Jishan  •  Jitesh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89320"/>
            <a:ext cx="4023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9BABC3"/>
                </a:solidFill>
                <a:latin typeface="Aptos"/>
              </a:rPr>
              <a:t>FIRST-YEAR PROTOTYPE  • 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Scam messages are designed to make people act before they think.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9BABC3"/>
                </a:solidFill>
                <a:latin typeface="Aptos"/>
              </a:rPr>
              <a:t>The message can look ordinary — the pressure is hidden inside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5623560" cy="324612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148840"/>
            <a:ext cx="2011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76272"/>
            <a:ext cx="1920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SMS  •  UNKNOWN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5074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Your SBI account will be blocked today due to pending KYC.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83280"/>
            <a:ext cx="5029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Click here to verify OTP and submit documents: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22191"/>
            <a:ext cx="5029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CDEF"/>
                </a:solidFill>
                <a:latin typeface="Aptos"/>
              </a:rPr>
              <a:t>http://sbi-kyc-update.com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80560"/>
            <a:ext cx="4754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FF6262"/>
                </a:solidFill>
                <a:latin typeface="Aptos"/>
              </a:rPr>
              <a:t>Looks real. It is a scam.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93852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210312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CDEF"/>
                </a:solidFill>
                <a:latin typeface="Aptos"/>
              </a:rPr>
              <a:t>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46888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“Do it immediately.”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3852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45168" y="210312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6262"/>
                </a:solidFill>
                <a:latin typeface="Aptos"/>
              </a:rPr>
              <a:t>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46888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“Account will be blocked.”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49300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0568" y="365760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BE4E"/>
                </a:solidFill>
                <a:latin typeface="Aptos"/>
              </a:rPr>
              <a:t>FAKE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02336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“Update your KYC.”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493008"/>
            <a:ext cx="2286000" cy="129844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3657600"/>
            <a:ext cx="18836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967AFF"/>
                </a:solidFill>
                <a:latin typeface="Aptos"/>
              </a:rPr>
              <a:t>REWARD BAIT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023360"/>
            <a:ext cx="1883664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“Congratulations! You won.”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WHO NEEDS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Cyber-security knowledge is not equally distributed.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CDEF"/>
                </a:solidFill>
                <a:latin typeface="Aptos"/>
              </a:rPr>
              <a:t>SENIOR 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Fake KYC alerts, phishing links and payment scams can look genuine.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BE4E"/>
                </a:solidFill>
                <a:latin typeface="Aptos"/>
              </a:rPr>
              <a:t>NON-TECHNICAL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A convincing message may hide the warning signs in normal-looking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246120" cy="21488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2843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44D697"/>
                </a:solidFill>
                <a:latin typeface="Aptos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542032"/>
            <a:ext cx="2843784" cy="1490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Let the software do the first scan — then explain why the message looks risky.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378440" cy="86868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828032"/>
            <a:ext cx="9829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4F7FC"/>
                </a:solidFill>
                <a:latin typeface="Aptos"/>
              </a:rPr>
              <a:t>The user does NOT need to become a cyber-security expert.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Let the software question the message before the user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Simple input. Local analysis. An explainable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Complete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Local pattern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Risk out of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Detected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743200"/>
            <a:ext cx="320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148840"/>
            <a:ext cx="1920240" cy="18288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2331720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78892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46120"/>
            <a:ext cx="1554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BABC3"/>
                </a:solidFill>
                <a:latin typeface="Aptos"/>
              </a:rPr>
              <a:t>Safe / Caution / High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72000"/>
            <a:ext cx="10835640" cy="77724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378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FCDEF"/>
                </a:solidFill>
                <a:latin typeface="Aptos"/>
              </a:rPr>
              <a:t>INPUT  →  ANALYSIS  →  RISK SCORE  →  EXPLANATION  →  VERDICT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Your message stays on your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The prototype is built around local processing instead of sending message content to a remote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Paste 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4D697"/>
                </a:solidFill>
                <a:latin typeface="Aptos"/>
              </a:rPr>
              <a:t>LOCAL SCANNER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Rule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148840"/>
            <a:ext cx="2331720" cy="1737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2423160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71800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4F7FC"/>
                </a:solidFill>
                <a:latin typeface="Aptos"/>
              </a:rPr>
              <a:t>Score + reasons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788920"/>
            <a:ext cx="411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88920"/>
            <a:ext cx="411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1FCDE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526280"/>
            <a:ext cx="9921240" cy="86868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791456"/>
            <a:ext cx="9555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FCDEF"/>
                </a:solidFill>
                <a:latin typeface="Aptos"/>
              </a:rPr>
              <a:t>NO SERVER REQUIRED  •  USEFUL WITHOUT INTERNET  •  PRIVATE MESSAGE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WHAT THE C PROTOTYPE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Rule-based, local and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Each category contributes warning signals to the risk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urgent • immediately • tonight • final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262"/>
                </a:solidFill>
                <a:latin typeface="Aptos"/>
              </a:rPr>
              <a:t>THREATS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blocked • suspended • disconnected • disabled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2130552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BE4E"/>
                </a:solidFill>
                <a:latin typeface="Aptos"/>
              </a:rPr>
              <a:t>KYC / OTP /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9631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KYC • OTP • password • PIN • CVV •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967AFF"/>
                </a:solidFill>
                <a:latin typeface="Aptos"/>
              </a:rPr>
              <a:t>REWARD BAIT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winner • prize • cashback • reward • congratulations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http:// • https:// • www. • shortened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31920"/>
            <a:ext cx="3383280" cy="1572768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4096511"/>
            <a:ext cx="298094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44D697"/>
                </a:solidFill>
                <a:latin typeface="Aptos"/>
              </a:rPr>
              <a:t>ACTION 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462272"/>
            <a:ext cx="2980944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click • claim • update • submit •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Now let’s run ScamShield for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The goal: show the same workflow a user would follow on their own computer.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0195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COPY THE C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90195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Use the code from our project / GitHub.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8036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OPEN ANY C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86207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Paste the code and run it.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4048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5876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219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PASTE THE 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2219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Copy one example message from our GitHub test set.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0600"/>
            <a:ext cx="475488" cy="47548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18888"/>
            <a:ext cx="47548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08112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28346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READ 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782312"/>
            <a:ext cx="6400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ScamShield prints the risk score + warning signals.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15000"/>
            <a:ext cx="10058400" cy="45720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824728"/>
            <a:ext cx="9692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FCDEF"/>
                </a:solidFill>
                <a:latin typeface="Aptos"/>
              </a:rPr>
              <a:t>DEMO SCRIPT  →  code → compiler → run → copy SMS → paste → Enter →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6199632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 i="1">
                <a:solidFill>
                  <a:srgbClr val="9BABC3"/>
                </a:solidFill>
                <a:latin typeface="Aptos"/>
              </a:rPr>
              <a:t>SPEAK: “We’ll now do the actual demo — code first, then a real test message.”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DEMO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A message that tries to create panic.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Electricity scam example from the test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6583680" cy="3520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103120"/>
            <a:ext cx="141732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30551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1FCDEF"/>
                </a:solidFill>
                <a:latin typeface="Aptos"/>
              </a:rPr>
              <a:t>SCAMSHIELD.C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0048"/>
            <a:ext cx="5212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&gt; Paste SMS and press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27248"/>
            <a:ext cx="59893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Your electricity connection will be disconnected tonight at 9:30 PM.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57600"/>
            <a:ext cx="5486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BABC3"/>
                </a:solidFill>
                <a:latin typeface="Aptos"/>
              </a:rPr>
              <a:t>Immediately update your bill verification: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50791"/>
            <a:ext cx="5394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CDEF"/>
                </a:solidFill>
                <a:latin typeface="Aptos"/>
              </a:rPr>
              <a:t>http://bit.ly/power-pay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45152"/>
            <a:ext cx="5303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6262"/>
                </a:solidFill>
                <a:latin typeface="Aptos"/>
              </a:rPr>
              <a:t>RISK SCORE:  HIGH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3886200" cy="352044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194560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DETECTED SIGNALS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724912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29484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43200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Urgency</a:t>
            </a:r>
          </a:p>
        </p:txBody>
      </p:sp>
      <p:sp>
        <p:nvSpPr>
          <p:cNvPr id="19" name="Oval 18"/>
          <p:cNvSpPr/>
          <p:nvPr/>
        </p:nvSpPr>
        <p:spPr>
          <a:xfrm>
            <a:off x="7818120" y="3255264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259836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273552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Threat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3785615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790187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803904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Action request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4315968"/>
            <a:ext cx="292608" cy="292608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320540"/>
            <a:ext cx="29260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81120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334256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Shortened 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199632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 i="1">
                <a:solidFill>
                  <a:srgbClr val="9BABC3"/>
                </a:solidFill>
                <a:latin typeface="Aptos"/>
              </a:rPr>
              <a:t>DEMO: Paste the C code into a compiler → run → paste the electricity SMS → press Enter.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THE CONTEXT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Same word. Different meaning.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good scanner must not call every message a scam.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30632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2176272"/>
            <a:ext cx="100584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203703"/>
            <a:ext cx="9144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43200"/>
            <a:ext cx="46177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4F7FC"/>
                </a:solidFill>
                <a:latin typeface="Aptos"/>
              </a:rPr>
              <a:t>“Please submit your engineering drawing sheet to the 2nd period lab today. Verify that you have your notebook.”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251960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44D697"/>
                </a:solidFill>
                <a:latin typeface="Aptos"/>
              </a:rPr>
              <a:t>20 / 100  •  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20240"/>
            <a:ext cx="5257800" cy="30632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55664" y="2176272"/>
            <a:ext cx="868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3" y="2203703"/>
            <a:ext cx="777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6262"/>
                </a:solidFill>
                <a:latin typeface="Aptos"/>
              </a:rPr>
              <a:t>SCAM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43200"/>
            <a:ext cx="46177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7FC"/>
                </a:solidFill>
                <a:latin typeface="Aptos"/>
              </a:rPr>
              <a:t>“Your account will be blocked today. Immediately verify KYC and click the link.”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251960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6262"/>
                </a:solidFill>
                <a:latin typeface="Aptos"/>
              </a:rPr>
              <a:t>65 / 100  •  HIGH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303520"/>
            <a:ext cx="5349240" cy="59436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5458968"/>
            <a:ext cx="4983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FCDEF"/>
                </a:solidFill>
                <a:latin typeface="Aptos"/>
              </a:rPr>
              <a:t>The word “today” appears in BOTH. Context changes the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6199632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 i="1">
                <a:solidFill>
                  <a:srgbClr val="9BABC3"/>
                </a:solidFill>
                <a:latin typeface="Aptos"/>
              </a:rPr>
              <a:t>ASK: “What happens if the word ‘today’ is in a normal message?” → next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FALSE-POSITIVE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Money words do not automatically mean scam.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We also test normal conversations so the prototype does not overreact to words like UPI or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6583680" cy="31089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286000"/>
            <a:ext cx="182880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13432"/>
            <a:ext cx="17373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NORMAL FRIEND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598932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“Bro, I paid ₹1,200 for the movie tickets. Your half is ₹600. You can send your share to my UPI ID when you get time. We decided to split it fifty-fifty.”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572000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44D697"/>
                </a:solidFill>
                <a:latin typeface="Aptos"/>
              </a:rPr>
              <a:t>LOW RISK /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703320" cy="310896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2286000"/>
            <a:ext cx="914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743200"/>
            <a:ext cx="283464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UPI / pay are present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threat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fake reward</a:t>
            </a:r>
          </a:p>
          <a:p>
            <a:pPr>
              <a:spcAft>
                <a:spcPts val="170"/>
              </a:spcAft>
            </a:pPr>
            <a:r>
              <a:rPr sz="1300" b="1">
                <a:solidFill>
                  <a:srgbClr val="1FCDEF"/>
                </a:solidFill>
                <a:latin typeface="Aptos"/>
              </a:rPr>
              <a:t>• </a:t>
            </a:r>
            <a:r>
              <a:rPr sz="1300">
                <a:solidFill>
                  <a:srgbClr val="F4F7FC"/>
                </a:solidFill>
                <a:latin typeface="Aptos"/>
              </a:rPr>
              <a:t>No suspicious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6199632"/>
            <a:ext cx="4572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 i="1">
                <a:solidFill>
                  <a:srgbClr val="9BABC3"/>
                </a:solidFill>
                <a:latin typeface="Aptos"/>
              </a:rPr>
              <a:t>DEMO: Paste the UPI split message from the GitHub test set and show the low-risk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HOW THE SCORE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Why not just show YES / 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score gives the user a sense of how many warning signals are present — and the reasons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4572000" cy="292608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1554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RISK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1031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F4F7FC"/>
                </a:solidFill>
                <a:latin typeface="Aptos"/>
              </a:rPr>
              <a:t>0 —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703320"/>
            <a:ext cx="160020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44D697"/>
                </a:solidFill>
                <a:latin typeface="Aptos"/>
              </a:rPr>
              <a:t>0–20  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703320"/>
            <a:ext cx="17830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730752"/>
            <a:ext cx="1691639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BE4E"/>
                </a:solidFill>
                <a:latin typeface="Aptos"/>
              </a:rPr>
              <a:t>21–59  CAUTION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187952"/>
            <a:ext cx="2011680" cy="347472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215384"/>
            <a:ext cx="19202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6262"/>
                </a:solidFill>
                <a:latin typeface="Aptos"/>
              </a:rPr>
              <a:t>60–100  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87952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BABC3"/>
                </a:solidFill>
                <a:latin typeface="Aptos"/>
              </a:rPr>
              <a:t>The score is explainable: the user can see what triggered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057400"/>
            <a:ext cx="2651760" cy="1234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8" y="2221992"/>
            <a:ext cx="22494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44D697"/>
                </a:solidFill>
                <a:latin typeface="Aptos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587752"/>
            <a:ext cx="2249424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“Submit your assignment today.”
20 / 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057400"/>
            <a:ext cx="2651760" cy="1234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5088" y="2221992"/>
            <a:ext cx="22494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F6262"/>
                </a:solidFill>
                <a:latin typeface="Aptos"/>
              </a:rPr>
              <a:t>SCAM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587752"/>
            <a:ext cx="2249424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Aptos"/>
              </a:rPr>
              <a:t>“Account blocked today. Click to verify.”
65 /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566160"/>
            <a:ext cx="5532120" cy="141732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24728" y="3730752"/>
            <a:ext cx="5129783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FCDEF"/>
                </a:solidFill>
                <a:latin typeface="Aptos"/>
              </a:rPr>
              <a:t>KEY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4096511"/>
            <a:ext cx="5129783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4F7FC"/>
                </a:solidFill>
                <a:latin typeface="Aptos"/>
              </a:rPr>
              <a:t>A word like “today” is not enough. The surrounding signals matter.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WHERE WE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From rules → to context-aware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We know the current prototype’s limit: rules can miss cleverly written scams.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166360" cy="33375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TODAY — C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4764024" cy="26791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4F7FC"/>
                </a:solidFill>
                <a:latin typeface="Aptos"/>
              </a:rPr>
              <a:t>Keyword + pattern detection
Explainable risk scoring
Fast local execution
Good for proving the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166360" cy="33375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130552"/>
            <a:ext cx="476402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967AFF"/>
                </a:solidFill>
                <a:latin typeface="Aptos"/>
              </a:rPr>
              <a:t>FUTURE — SCAMSHIELD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96312"/>
            <a:ext cx="4764024" cy="26791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F4F7FC"/>
                </a:solidFill>
                <a:latin typeface="Aptos"/>
              </a:rPr>
              <a:t>On-device AI / NLP
Hindi + English + Hinglish
Semantic context &amp; intent
Share → Scan mobile workflow
Suspicious URL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623560"/>
            <a:ext cx="8138160" cy="457200"/>
          </a:xfrm>
          <a:prstGeom prst="round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5742432"/>
            <a:ext cx="78638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CDEF"/>
                </a:solidFill>
                <a:latin typeface="Aptos"/>
              </a:rPr>
              <a:t>“today” in a classroom message ≠ “today” in an account-blocking message.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9BABC3"/>
                </a:solidFill>
                <a:latin typeface="Aptos"/>
              </a:rPr>
              <a:t>SCAMSHIELD  •  LOGIC X  •  CYBER SECURITY ×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CDEF"/>
                </a:solidFill>
                <a:latin typeface="Aptos"/>
              </a:rPr>
              <a:t>TEAM LOGIC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4F7FC"/>
                </a:solidFill>
                <a:latin typeface="Aptos"/>
              </a:rPr>
              <a:t>One product. Three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5156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9BABC3"/>
                </a:solidFill>
                <a:latin typeface="Aptos"/>
              </a:rPr>
              <a:t>A first-year prototype built around a clear problem, a working C demo, and a path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621792" cy="621792"/>
          </a:xfrm>
          <a:prstGeom prst="ellipse">
            <a:avLst/>
          </a:prstGeom>
          <a:solidFill>
            <a:srgbClr val="1F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21284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JAYESH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CDEF"/>
                </a:solidFill>
                <a:latin typeface="Aptos"/>
              </a:rPr>
              <a:t>TEAM LEAD • CORE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C code + message input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Detection logic + scoring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1FCDE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Integration, testing +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60" y="2212848"/>
            <a:ext cx="621792" cy="621792"/>
          </a:xfrm>
          <a:prstGeom prst="ellipse">
            <a:avLst/>
          </a:prstGeom>
          <a:solidFill>
            <a:srgbClr val="96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MJ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21284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MD JISHAN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967AFF"/>
                </a:solidFill>
                <a:latin typeface="Aptos"/>
              </a:rPr>
              <a:t>DETECTION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Scam pattern research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Detection categories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Test cases + false-positive analysis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967AFF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Future NLP / AI approach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965960"/>
            <a:ext cx="3429000" cy="32004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8503920" y="2212848"/>
            <a:ext cx="621792" cy="621792"/>
          </a:xfrm>
          <a:prstGeom prst="ellipse">
            <a:avLst/>
          </a:prstGeom>
          <a:solidFill>
            <a:srgbClr val="44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313432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081120"/>
                </a:solidFill>
                <a:latin typeface="Aptos"/>
              </a:rPr>
              <a:t>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212848"/>
            <a:ext cx="214884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 dirty="0">
                <a:solidFill>
                  <a:srgbClr val="F4F7FC"/>
                </a:solidFill>
                <a:latin typeface="Aptos"/>
              </a:rPr>
              <a:t>JITESH</a:t>
            </a:r>
            <a:r>
              <a:rPr lang="en-IN" sz="1500" b="1" i="0" dirty="0">
                <a:solidFill>
                  <a:srgbClr val="F4F7FC"/>
                </a:solidFill>
                <a:latin typeface="Aptos"/>
              </a:rPr>
              <a:t> SHARMA </a:t>
            </a:r>
            <a:endParaRPr sz="1500" b="1" i="0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62872" y="2542032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44D697"/>
                </a:solidFill>
                <a:latin typeface="Aptos"/>
              </a:rPr>
              <a:t>SECURITY +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3063240"/>
            <a:ext cx="2788920" cy="1783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Cyber-security research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User vulnerability analysis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Privacy / offline concept</a:t>
            </a:r>
          </a:p>
          <a:p>
            <a:pPr>
              <a:spcAft>
                <a:spcPts val="120"/>
              </a:spcAft>
            </a:pPr>
            <a:r>
              <a:rPr sz="1100" b="1">
                <a:solidFill>
                  <a:srgbClr val="44D697"/>
                </a:solidFill>
                <a:latin typeface="Aptos"/>
              </a:rPr>
              <a:t>• </a:t>
            </a:r>
            <a:r>
              <a:rPr sz="1100">
                <a:solidFill>
                  <a:srgbClr val="F4F7FC"/>
                </a:solidFill>
                <a:latin typeface="Aptos"/>
              </a:rPr>
              <a:t>Live demo +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FCDEF"/>
                </a:solidFill>
                <a:latin typeface="Aptos"/>
              </a:rPr>
              <a:t>DON’T JUST DETECT THE SCAM.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7FC"/>
                </a:solidFill>
                <a:latin typeface="Aptos"/>
              </a:rPr>
              <a:t>HELP THE USER UNDERSTAND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715000"/>
            <a:ext cx="3657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800" b="1" i="0">
                <a:solidFill>
                  <a:srgbClr val="F4F7FC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BABC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 — Logic X | Ideathon Presentation</dc:title>
  <dc:subject>Offline Scam &amp; Phishing Message Risk Detector</dc:subject>
  <dc:creator>Logic X</dc:creator>
  <cp:keywords>ScamShield, Cyber Security, C, Ideathon, Logic X</cp:keywords>
  <dc:description>generated using python-pptx</dc:description>
  <cp:lastModifiedBy>Jayesh Pandey</cp:lastModifiedBy>
  <cp:revision>5</cp:revision>
  <dcterms:created xsi:type="dcterms:W3CDTF">2013-01-27T09:14:16Z</dcterms:created>
  <dcterms:modified xsi:type="dcterms:W3CDTF">2026-10-07T07:31:48Z</dcterms:modified>
  <cp:category/>
</cp:coreProperties>
</file>